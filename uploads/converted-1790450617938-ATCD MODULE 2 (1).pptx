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- 2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- 3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- 4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- 5 of 12 --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- 6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- 7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- 8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- 9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- 10 of 12 --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- 11 of 12 --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- 12 of 12 --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2026-09-26T19:23:37Z</dcterms:created>
  <dcterms:modified xsi:type="dcterms:W3CDTF">2026-09-26T19:23:37Z</dcterms:modified>
</cp:coreProperties>
</file>