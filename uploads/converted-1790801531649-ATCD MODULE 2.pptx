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- 1 of 12 --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- 2 of 12 --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- 3 of 12 --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- 4 of 12 --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- 5 of 12 --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Overview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- 6 of 12 --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- 7 of 12 --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- 8 of 12 --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- 9 of 12 --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- 10 of 12 --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Overview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- 11 of 12 --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- 12 of 12 --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2026-09-30T20:52:11Z</dcterms:created>
  <dcterms:modified xsi:type="dcterms:W3CDTF">2026-09-30T20:52:11Z</dcterms:modified>
</cp:coreProperties>
</file>